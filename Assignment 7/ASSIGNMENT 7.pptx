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ADAA-F4ED-3AEB-B2C5-4044D922F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C9FDF-7EB0-7E1B-BD33-86B1DF807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22C23-8048-B91B-0A0D-82A110D0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12523-B75F-8DF7-A116-72A2F7D5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9D45-F5C8-F987-1641-9E39DD7E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93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CCF2-F91D-7660-F646-D795998A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B10F-1A8F-B89B-E2FC-CFD6D89EE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B6D9E-758E-F425-B43A-C89931B7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BD61-728F-861E-6AFA-AABC460D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DE2C9-8D44-03A1-FF17-EB611ED1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79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7EC8-C95D-77FA-C65B-144E34C4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7E49F-7F49-71DA-D2DD-28144F9ED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1440-7238-2501-7F3A-CE322B40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1D910-72DB-A966-4BD8-3BFA20FB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97133-CF87-86A3-553B-48FE671E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2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16E3-BD5D-1EA2-3B99-0E39A0A8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5899D-466B-6CBF-6D8E-4474B5A99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A96ED-4448-0C90-3CA6-E593ECF35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1F1FD-DB82-1FC1-90C7-9447AC55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0968B-0227-93F4-697D-4382C8E41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95F23-16FA-333F-E549-041A1AFB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44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314A-7A17-4DC9-7077-C6AFF606B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BA1A-8A97-66EE-21A3-FEA265BD5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1DFF3-1783-6597-65F0-BA1DD0C82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AB6C2-CCF6-0EA4-49EE-272ECC6AD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930A8A-58DA-720A-C246-3EEE2817A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DEAF59-4E3D-1B5E-2166-798D5F20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D695BE-0934-D9CE-BC21-632AC6EE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7F5DC-7FD9-3FF2-3D20-65E0775A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8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CF10-22A1-C04B-787A-25F92BFD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67803-3AE5-7504-889D-E5B92487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84022-C636-2F87-562F-B02584D3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E39C4-0749-2E66-A61D-B6D0E710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CEB6B-3590-C1BB-47EB-D96427C0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45781-0F66-9479-EC3F-E431FFBF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B25AE-ADA5-C2F5-D9D9-CF7A6E38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93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B724-9C93-80C5-8DF6-D1801152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7B6A6-A2B0-5354-2D7F-39FE032C1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EF211-A11E-72D6-8C20-08F84E99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DE869-4FC7-61CF-E98B-8FACCFA7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649BB-D8A7-EB66-02DB-A0055E15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010CD-2446-07BF-6FC5-AA0A702C7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28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4A4C-47BF-EC12-26A1-E16C7A2C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3F353-8C14-7BE5-B625-EEE887155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0905C-A69E-75E3-9CCD-F260CD829C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53728-A17A-C29B-314B-224922F1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0D852-903C-1023-8C33-440C11D5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7F95F-5D75-8E80-8EFA-6CFD7F1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A756-657C-E1FC-184C-935E1557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65A08-17F6-2912-7A89-6EB0098C1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63F25-E641-6263-10C5-9F784616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81FA-9273-7B89-B87A-EE5C8101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37DBC-BBEC-4A05-F1A0-D4E004E0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66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130CC-3C8B-71EC-6012-882202BD9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6E098-54DD-328A-BA0D-FF46151F5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7307-D2EF-5FA7-ECCC-E7AD1135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D0E1-F68F-7CA5-BDE4-9B877818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64D7F-1EFF-2465-9849-1A7EC69F7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4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0C67C-8EEC-FE74-521D-AD1D54E8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98C5-51D2-ED2B-EFF3-9637C9039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9FAAB-CD78-2BB3-9BBB-9575BAC49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62B9C-B744-4796-9682-8483EC6A9AA0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8C390-DDEB-684B-3104-D31621732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9FF59-9FB9-9219-11B0-8BCB21E2C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24A-C527-43DC-8E8D-4E0979CFE8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95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8432C-5B59-6B54-5454-7CAAF5964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472" y="156263"/>
            <a:ext cx="9144000" cy="973797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ASSIGNMENT 7: </a:t>
            </a:r>
            <a:br>
              <a:rPr lang="en-US" b="0" dirty="0">
                <a:effectLst/>
              </a:rPr>
            </a:br>
            <a:r>
              <a:rPr lang="en-US" sz="1800" b="0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Module 16: Building Database Apps with PostgreSQL &amp; 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3C11A-039C-EA7D-DB81-900960683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301" y="1449237"/>
            <a:ext cx="11559397" cy="5252500"/>
          </a:xfrm>
        </p:spPr>
        <p:txBody>
          <a:bodyPr>
            <a:normAutofit lnSpcReduction="10000"/>
          </a:bodyPr>
          <a:lstStyle/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18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Description: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For this assignment, you are required to:</a:t>
            </a:r>
            <a:endParaRPr lang="en-US" b="0" dirty="0">
              <a:effectLst/>
            </a:endParaRPr>
          </a:p>
          <a:p>
            <a:pPr algn="l" rtl="0" fontAlgn="base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Complete all course lectures within the module, ensuring you follow the concepts taught in each session.</a:t>
            </a:r>
          </a:p>
          <a:p>
            <a:pPr algn="l" rtl="0" fontAlgn="base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Implement all practical exercises provided in the course lectures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Each practical task should be executed and the results properly documented.</a:t>
            </a:r>
          </a:p>
          <a:p>
            <a:pPr algn="l" rtl="0" fontAlgn="base"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Take complete, unedited screenshots of each practical output along with the corresponding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Ensure that the following are visible in your screenshots:</a:t>
            </a:r>
          </a:p>
          <a:p>
            <a:pPr marL="457200" algn="l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code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you executed.</a:t>
            </a:r>
          </a:p>
          <a:p>
            <a:pPr marL="457200" algn="l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output displayed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on your system, including the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system timestamp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457200" algn="l"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 cropping or editing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should be done on the screenshots. Any attempt to crop or modify the screenshots will result in your submission being considered invalid, and you will be required to resubmit it.</a:t>
            </a: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18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Submission: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You should either:</a:t>
            </a:r>
            <a:endParaRPr lang="en-US" b="0" dirty="0">
              <a:effectLst/>
            </a:endParaRPr>
          </a:p>
          <a:p>
            <a:pPr algn="l"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Zip the folder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containing all your practical screenshots,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or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pPr algn="l" rtl="0" fontAlgn="base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Prepare a PDF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containing all the screenshots and code.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  <a:p>
            <a:pPr algn="l" rtl="0">
              <a:spcBef>
                <a:spcPts val="0"/>
              </a:spcBef>
              <a:spcAft>
                <a:spcPts val="80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Ensure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screenshots are organized clearly and in the correct order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according to the sequence of lectures and practicals. Lastly, upload it to drive and then submit the </a:t>
            </a:r>
            <a:r>
              <a:rPr lang="en-US" sz="18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accessible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link (</a:t>
            </a:r>
            <a:r>
              <a:rPr lang="en-US" sz="18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make sure to enable sharing access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).</a:t>
            </a:r>
            <a:endParaRPr lang="en-US" b="0" dirty="0">
              <a:effectLst/>
            </a:endParaRPr>
          </a:p>
          <a:p>
            <a:pPr algn="l"/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82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Installed PostgreSQL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87E5C-9AEF-9188-28B8-460F5E95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58" y="981907"/>
            <a:ext cx="9743883" cy="54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7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Creating a database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41" y="828136"/>
            <a:ext cx="10351918" cy="582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Deleting a database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0041" y="828668"/>
            <a:ext cx="10351918" cy="582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8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Creating tabl</a:t>
            </a:r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and adding data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7" y="828668"/>
            <a:ext cx="10349806" cy="582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9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Retrieving data from database and deleting contents in he table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7" y="828668"/>
            <a:ext cx="10349806" cy="582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3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Virtual Environment Setup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8" y="828668"/>
            <a:ext cx="10349804" cy="582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8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Installing psycopg2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8" y="828668"/>
            <a:ext cx="10349804" cy="58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Connecting to database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9" y="828668"/>
            <a:ext cx="10349802" cy="58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43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9. Creating table using Python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9" y="828668"/>
            <a:ext cx="10349802" cy="582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6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10. Inserting the data using Python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9" y="828668"/>
            <a:ext cx="10349801" cy="582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8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Extracting the data from database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099" y="828668"/>
            <a:ext cx="10349801" cy="582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7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587F-E78B-7474-6ED1-C98EC0ECB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41533"/>
          </a:xfrm>
        </p:spPr>
        <p:txBody>
          <a:bodyPr>
            <a:normAutofit/>
          </a:bodyPr>
          <a:lstStyle/>
          <a:p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Adding the input from user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9B082-8ED7-B5A9-E177-DD5FE2DD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1100" y="828668"/>
            <a:ext cx="10349799" cy="582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0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</TotalTime>
  <Words>286</Words>
  <Application>Microsoft Office PowerPoint</Application>
  <PresentationFormat>Widescreen</PresentationFormat>
  <Paragraphs>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Noto Sans Symbols</vt:lpstr>
      <vt:lpstr>Office Theme</vt:lpstr>
      <vt:lpstr>ASSIGNMENT 7:  Module 16: Building Database Apps with PostgreSQL &amp; Python</vt:lpstr>
      <vt:lpstr>1. Installed PostgreSQL</vt:lpstr>
      <vt:lpstr>2. Creating a database</vt:lpstr>
      <vt:lpstr>3. Deleting a database</vt:lpstr>
      <vt:lpstr>4. Creating table and adding data</vt:lpstr>
      <vt:lpstr>5. Retrieving data from database and deleting contents in he table</vt:lpstr>
      <vt:lpstr>6. Virtual Environment Setup</vt:lpstr>
      <vt:lpstr>7. Installing psycopg2</vt:lpstr>
      <vt:lpstr>8. Connecting to database</vt:lpstr>
      <vt:lpstr>9. Creating table using Python</vt:lpstr>
      <vt:lpstr>10. Inserting the data using Python</vt:lpstr>
      <vt:lpstr>11. Extracting the data from database</vt:lpstr>
      <vt:lpstr>12. Adding the input from user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</dc:creator>
  <cp:lastModifiedBy>Rohit Kumar</cp:lastModifiedBy>
  <cp:revision>1</cp:revision>
  <dcterms:created xsi:type="dcterms:W3CDTF">2025-11-24T07:26:07Z</dcterms:created>
  <dcterms:modified xsi:type="dcterms:W3CDTF">2025-11-24T17:15:06Z</dcterms:modified>
</cp:coreProperties>
</file>